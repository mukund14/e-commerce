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 Science Project Overview</a:t>
            </a:r>
          </a:p>
        </p:txBody>
      </p:sp>
      <p:sp>
        <p:nvSpPr>
          <p:cNvPr id="3" name="Subtitle 2"/>
          <p:cNvSpPr>
            <a:spLocks noGrp="1"/>
          </p:cNvSpPr>
          <p:nvPr>
            <p:ph type="subTitle" idx="1"/>
          </p:nvPr>
        </p:nvSpPr>
        <p:spPr/>
        <p:txBody>
          <a:bodyPr/>
          <a:lstStyle/>
          <a:p>
            <a:r>
              <a:t>Generated from Jupyter Notebook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1. # Online Retail</a:t>
            </a:r>
            <a:br/>
            <a:br/>
            <a:r>
              <a:t>This is a 2019 dataset from UCI. The dates in the dataset range from 2009-11. </a:t>
            </a:r>
            <a:br/>
            <a:r>
              <a:t>link to the dataset: https://archive.ics.uci.edu/ml/datasets/Online+Retail+II </a:t>
            </a:r>
            <a:br/>
            <a:r>
              <a:t>We are going to perform some exploratory analysis on the data first and then build a clustering model to group similar customers together and a recommendation engine.</a:t>
            </a:r>
            <a:br/>
            <a:r>
              <a:t>First part will be exploratory analysis to get some good data visualizations.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 Step 1: Download and explore the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 Exploratory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 A distribution of classes of the Country dimension tells us that majority of the observations are from UK, so I am focusing on that only in this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People are most actively buying between 11am-1pm. The activity then reduces after that. Usually at the beginning and the end the activity is teh least.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People are most actively buying between October-December because of the holidays and then it reduces from Jan to Feb.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Thursday is the most active day of the week for shopping. One would have imagined Friday but it could be that people usually spend more time doing other things on Friday. The online shop site seems down for Saturday and maybe open for lesser time on Sunday or people might be choosing to spend their time doing other activities.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This provides top 5 sold products by Month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 Feature Selection &amp; Engineering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Around k=3, the inflection point is reaching, so I am using this as my number of clusters.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From the above figure, we can see that for the months from Jan to April,i.e., the first quarter, customers belonging to cluster 2 are in blue, for quarter 3, higher paying customers are grouped into cluster one colored in orange, those belonging to Cluster zerp, colored in red, are from May to August. Customers belonging to cluster 3, are in the lower range for September-December, colored in green.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Visual Suggestion: </a:t>
            </a:r>
          </a:p>
          <a:p/>
          <a:p/>
          <a:p>
            <a:r>
              <a:t>As you can see, the train and test data have been clustered.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